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1285538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>
        <p:scale>
          <a:sx n="75" d="100"/>
          <a:sy n="75" d="100"/>
        </p:scale>
        <p:origin x="1998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0692" y="1119505"/>
            <a:ext cx="8464154" cy="2381521"/>
          </a:xfrm>
        </p:spPr>
        <p:txBody>
          <a:bodyPr anchor="b"/>
          <a:lstStyle>
            <a:lvl1pPr algn="ctr">
              <a:defRPr sz="555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0692" y="3592866"/>
            <a:ext cx="8464154" cy="1651546"/>
          </a:xfrm>
        </p:spPr>
        <p:txBody>
          <a:bodyPr/>
          <a:lstStyle>
            <a:lvl1pPr marL="0" indent="0" algn="ctr">
              <a:buNone/>
              <a:defRPr sz="2222"/>
            </a:lvl1pPr>
            <a:lvl2pPr marL="423230" indent="0" algn="ctr">
              <a:buNone/>
              <a:defRPr sz="1851"/>
            </a:lvl2pPr>
            <a:lvl3pPr marL="846460" indent="0" algn="ctr">
              <a:buNone/>
              <a:defRPr sz="1666"/>
            </a:lvl3pPr>
            <a:lvl4pPr marL="1269690" indent="0" algn="ctr">
              <a:buNone/>
              <a:defRPr sz="1481"/>
            </a:lvl4pPr>
            <a:lvl5pPr marL="1692920" indent="0" algn="ctr">
              <a:buNone/>
              <a:defRPr sz="1481"/>
            </a:lvl5pPr>
            <a:lvl6pPr marL="2116150" indent="0" algn="ctr">
              <a:buNone/>
              <a:defRPr sz="1481"/>
            </a:lvl6pPr>
            <a:lvl7pPr marL="2539380" indent="0" algn="ctr">
              <a:buNone/>
              <a:defRPr sz="1481"/>
            </a:lvl7pPr>
            <a:lvl8pPr marL="2962610" indent="0" algn="ctr">
              <a:buNone/>
              <a:defRPr sz="1481"/>
            </a:lvl8pPr>
            <a:lvl9pPr marL="3385840" indent="0" algn="ctr">
              <a:buNone/>
              <a:defRPr sz="1481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02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455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03" y="1705385"/>
            <a:ext cx="9733777" cy="2845473"/>
          </a:xfrm>
        </p:spPr>
        <p:txBody>
          <a:bodyPr anchor="b"/>
          <a:lstStyle>
            <a:lvl1pPr>
              <a:defRPr sz="555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0003" y="4577778"/>
            <a:ext cx="9733777" cy="1496367"/>
          </a:xfrm>
        </p:spPr>
        <p:txBody>
          <a:bodyPr/>
          <a:lstStyle>
            <a:lvl1pPr marL="0" indent="0">
              <a:buNone/>
              <a:defRPr sz="2222">
                <a:solidFill>
                  <a:schemeClr val="tx1">
                    <a:tint val="75000"/>
                  </a:schemeClr>
                </a:solidFill>
              </a:defRPr>
            </a:lvl1pPr>
            <a:lvl2pPr marL="423230" indent="0">
              <a:buNone/>
              <a:defRPr sz="1851">
                <a:solidFill>
                  <a:schemeClr val="tx1">
                    <a:tint val="75000"/>
                  </a:schemeClr>
                </a:solidFill>
              </a:defRPr>
            </a:lvl2pPr>
            <a:lvl3pPr marL="846460" indent="0">
              <a:buNone/>
              <a:defRPr sz="1666">
                <a:solidFill>
                  <a:schemeClr val="tx1">
                    <a:tint val="75000"/>
                  </a:schemeClr>
                </a:solidFill>
              </a:defRPr>
            </a:lvl3pPr>
            <a:lvl4pPr marL="1269690" indent="0">
              <a:buNone/>
              <a:defRPr sz="1481">
                <a:solidFill>
                  <a:schemeClr val="tx1">
                    <a:tint val="75000"/>
                  </a:schemeClr>
                </a:solidFill>
              </a:defRPr>
            </a:lvl4pPr>
            <a:lvl5pPr marL="1692920" indent="0">
              <a:buNone/>
              <a:defRPr sz="1481">
                <a:solidFill>
                  <a:schemeClr val="tx1">
                    <a:tint val="75000"/>
                  </a:schemeClr>
                </a:solidFill>
              </a:defRPr>
            </a:lvl5pPr>
            <a:lvl6pPr marL="2116150" indent="0">
              <a:buNone/>
              <a:defRPr sz="1481">
                <a:solidFill>
                  <a:schemeClr val="tx1">
                    <a:tint val="75000"/>
                  </a:schemeClr>
                </a:solidFill>
              </a:defRPr>
            </a:lvl6pPr>
            <a:lvl7pPr marL="2539380" indent="0">
              <a:buNone/>
              <a:defRPr sz="1481">
                <a:solidFill>
                  <a:schemeClr val="tx1">
                    <a:tint val="75000"/>
                  </a:schemeClr>
                </a:solidFill>
              </a:defRPr>
            </a:lvl7pPr>
            <a:lvl8pPr marL="2962610" indent="0">
              <a:buNone/>
              <a:defRPr sz="1481">
                <a:solidFill>
                  <a:schemeClr val="tx1">
                    <a:tint val="75000"/>
                  </a:schemeClr>
                </a:solidFill>
              </a:defRPr>
            </a:lvl8pPr>
            <a:lvl9pPr marL="3385840" indent="0">
              <a:buNone/>
              <a:defRPr sz="14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5111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5881" y="1820976"/>
            <a:ext cx="4796354" cy="434025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3303" y="1820976"/>
            <a:ext cx="4796354" cy="434025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864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350" y="364196"/>
            <a:ext cx="9733777" cy="132218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351" y="1676882"/>
            <a:ext cx="4774311" cy="821814"/>
          </a:xfrm>
        </p:spPr>
        <p:txBody>
          <a:bodyPr anchor="b"/>
          <a:lstStyle>
            <a:lvl1pPr marL="0" indent="0">
              <a:buNone/>
              <a:defRPr sz="2222" b="1"/>
            </a:lvl1pPr>
            <a:lvl2pPr marL="423230" indent="0">
              <a:buNone/>
              <a:defRPr sz="1851" b="1"/>
            </a:lvl2pPr>
            <a:lvl3pPr marL="846460" indent="0">
              <a:buNone/>
              <a:defRPr sz="1666" b="1"/>
            </a:lvl3pPr>
            <a:lvl4pPr marL="1269690" indent="0">
              <a:buNone/>
              <a:defRPr sz="1481" b="1"/>
            </a:lvl4pPr>
            <a:lvl5pPr marL="1692920" indent="0">
              <a:buNone/>
              <a:defRPr sz="1481" b="1"/>
            </a:lvl5pPr>
            <a:lvl6pPr marL="2116150" indent="0">
              <a:buNone/>
              <a:defRPr sz="1481" b="1"/>
            </a:lvl6pPr>
            <a:lvl7pPr marL="2539380" indent="0">
              <a:buNone/>
              <a:defRPr sz="1481" b="1"/>
            </a:lvl7pPr>
            <a:lvl8pPr marL="2962610" indent="0">
              <a:buNone/>
              <a:defRPr sz="1481" b="1"/>
            </a:lvl8pPr>
            <a:lvl9pPr marL="3385840" indent="0">
              <a:buNone/>
              <a:defRPr sz="1481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351" y="2498697"/>
            <a:ext cx="4774311" cy="367520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13303" y="1676882"/>
            <a:ext cx="4797824" cy="821814"/>
          </a:xfrm>
        </p:spPr>
        <p:txBody>
          <a:bodyPr anchor="b"/>
          <a:lstStyle>
            <a:lvl1pPr marL="0" indent="0">
              <a:buNone/>
              <a:defRPr sz="2222" b="1"/>
            </a:lvl1pPr>
            <a:lvl2pPr marL="423230" indent="0">
              <a:buNone/>
              <a:defRPr sz="1851" b="1"/>
            </a:lvl2pPr>
            <a:lvl3pPr marL="846460" indent="0">
              <a:buNone/>
              <a:defRPr sz="1666" b="1"/>
            </a:lvl3pPr>
            <a:lvl4pPr marL="1269690" indent="0">
              <a:buNone/>
              <a:defRPr sz="1481" b="1"/>
            </a:lvl4pPr>
            <a:lvl5pPr marL="1692920" indent="0">
              <a:buNone/>
              <a:defRPr sz="1481" b="1"/>
            </a:lvl5pPr>
            <a:lvl6pPr marL="2116150" indent="0">
              <a:buNone/>
              <a:defRPr sz="1481" b="1"/>
            </a:lvl6pPr>
            <a:lvl7pPr marL="2539380" indent="0">
              <a:buNone/>
              <a:defRPr sz="1481" b="1"/>
            </a:lvl7pPr>
            <a:lvl8pPr marL="2962610" indent="0">
              <a:buNone/>
              <a:defRPr sz="1481" b="1"/>
            </a:lvl8pPr>
            <a:lvl9pPr marL="3385840" indent="0">
              <a:buNone/>
              <a:defRPr sz="1481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13303" y="2498697"/>
            <a:ext cx="4797824" cy="367520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396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41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57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351" y="456036"/>
            <a:ext cx="3639879" cy="1596126"/>
          </a:xfrm>
        </p:spPr>
        <p:txBody>
          <a:bodyPr anchor="b"/>
          <a:lstStyle>
            <a:lvl1pPr>
              <a:defRPr sz="2962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7823" y="984911"/>
            <a:ext cx="5713304" cy="4861216"/>
          </a:xfrm>
        </p:spPr>
        <p:txBody>
          <a:bodyPr/>
          <a:lstStyle>
            <a:lvl1pPr>
              <a:defRPr sz="2962"/>
            </a:lvl1pPr>
            <a:lvl2pPr>
              <a:defRPr sz="2592"/>
            </a:lvl2pPr>
            <a:lvl3pPr>
              <a:defRPr sz="2222"/>
            </a:lvl3pPr>
            <a:lvl4pPr>
              <a:defRPr sz="1851"/>
            </a:lvl4pPr>
            <a:lvl5pPr>
              <a:defRPr sz="1851"/>
            </a:lvl5pPr>
            <a:lvl6pPr>
              <a:defRPr sz="1851"/>
            </a:lvl6pPr>
            <a:lvl7pPr>
              <a:defRPr sz="1851"/>
            </a:lvl7pPr>
            <a:lvl8pPr>
              <a:defRPr sz="1851"/>
            </a:lvl8pPr>
            <a:lvl9pPr>
              <a:defRPr sz="1851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351" y="2052161"/>
            <a:ext cx="3639879" cy="3801883"/>
          </a:xfrm>
        </p:spPr>
        <p:txBody>
          <a:bodyPr/>
          <a:lstStyle>
            <a:lvl1pPr marL="0" indent="0">
              <a:buNone/>
              <a:defRPr sz="1481"/>
            </a:lvl1pPr>
            <a:lvl2pPr marL="423230" indent="0">
              <a:buNone/>
              <a:defRPr sz="1296"/>
            </a:lvl2pPr>
            <a:lvl3pPr marL="846460" indent="0">
              <a:buNone/>
              <a:defRPr sz="1111"/>
            </a:lvl3pPr>
            <a:lvl4pPr marL="1269690" indent="0">
              <a:buNone/>
              <a:defRPr sz="926"/>
            </a:lvl4pPr>
            <a:lvl5pPr marL="1692920" indent="0">
              <a:buNone/>
              <a:defRPr sz="926"/>
            </a:lvl5pPr>
            <a:lvl6pPr marL="2116150" indent="0">
              <a:buNone/>
              <a:defRPr sz="926"/>
            </a:lvl6pPr>
            <a:lvl7pPr marL="2539380" indent="0">
              <a:buNone/>
              <a:defRPr sz="926"/>
            </a:lvl7pPr>
            <a:lvl8pPr marL="2962610" indent="0">
              <a:buNone/>
              <a:defRPr sz="926"/>
            </a:lvl8pPr>
            <a:lvl9pPr marL="3385840" indent="0">
              <a:buNone/>
              <a:defRPr sz="926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1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351" y="456036"/>
            <a:ext cx="3639879" cy="1596126"/>
          </a:xfrm>
        </p:spPr>
        <p:txBody>
          <a:bodyPr anchor="b"/>
          <a:lstStyle>
            <a:lvl1pPr>
              <a:defRPr sz="2962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97823" y="984911"/>
            <a:ext cx="5713304" cy="4861216"/>
          </a:xfrm>
        </p:spPr>
        <p:txBody>
          <a:bodyPr anchor="t"/>
          <a:lstStyle>
            <a:lvl1pPr marL="0" indent="0">
              <a:buNone/>
              <a:defRPr sz="2962"/>
            </a:lvl1pPr>
            <a:lvl2pPr marL="423230" indent="0">
              <a:buNone/>
              <a:defRPr sz="2592"/>
            </a:lvl2pPr>
            <a:lvl3pPr marL="846460" indent="0">
              <a:buNone/>
              <a:defRPr sz="2222"/>
            </a:lvl3pPr>
            <a:lvl4pPr marL="1269690" indent="0">
              <a:buNone/>
              <a:defRPr sz="1851"/>
            </a:lvl4pPr>
            <a:lvl5pPr marL="1692920" indent="0">
              <a:buNone/>
              <a:defRPr sz="1851"/>
            </a:lvl5pPr>
            <a:lvl6pPr marL="2116150" indent="0">
              <a:buNone/>
              <a:defRPr sz="1851"/>
            </a:lvl6pPr>
            <a:lvl7pPr marL="2539380" indent="0">
              <a:buNone/>
              <a:defRPr sz="1851"/>
            </a:lvl7pPr>
            <a:lvl8pPr marL="2962610" indent="0">
              <a:buNone/>
              <a:defRPr sz="1851"/>
            </a:lvl8pPr>
            <a:lvl9pPr marL="3385840" indent="0">
              <a:buNone/>
              <a:defRPr sz="1851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351" y="2052161"/>
            <a:ext cx="3639879" cy="3801883"/>
          </a:xfrm>
        </p:spPr>
        <p:txBody>
          <a:bodyPr/>
          <a:lstStyle>
            <a:lvl1pPr marL="0" indent="0">
              <a:buNone/>
              <a:defRPr sz="1481"/>
            </a:lvl1pPr>
            <a:lvl2pPr marL="423230" indent="0">
              <a:buNone/>
              <a:defRPr sz="1296"/>
            </a:lvl2pPr>
            <a:lvl3pPr marL="846460" indent="0">
              <a:buNone/>
              <a:defRPr sz="1111"/>
            </a:lvl3pPr>
            <a:lvl4pPr marL="1269690" indent="0">
              <a:buNone/>
              <a:defRPr sz="926"/>
            </a:lvl4pPr>
            <a:lvl5pPr marL="1692920" indent="0">
              <a:buNone/>
              <a:defRPr sz="926"/>
            </a:lvl5pPr>
            <a:lvl6pPr marL="2116150" indent="0">
              <a:buNone/>
              <a:defRPr sz="926"/>
            </a:lvl6pPr>
            <a:lvl7pPr marL="2539380" indent="0">
              <a:buNone/>
              <a:defRPr sz="926"/>
            </a:lvl7pPr>
            <a:lvl8pPr marL="2962610" indent="0">
              <a:buNone/>
              <a:defRPr sz="926"/>
            </a:lvl8pPr>
            <a:lvl9pPr marL="3385840" indent="0">
              <a:buNone/>
              <a:defRPr sz="926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81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21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76213" y="364195"/>
            <a:ext cx="2433444" cy="579704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5881" y="364195"/>
            <a:ext cx="7159263" cy="579704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83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881" y="364196"/>
            <a:ext cx="9733777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5881" y="1820976"/>
            <a:ext cx="9733777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5881" y="6340166"/>
            <a:ext cx="253924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0FB11-EF75-46CB-96C8-C72FF5AD3751}" type="datetimeFigureOut">
              <a:rPr lang="fr-FR" smtClean="0"/>
              <a:t>17/06/2025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38335" y="6340166"/>
            <a:ext cx="380886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0411" y="6340166"/>
            <a:ext cx="253924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1EDD0-B352-4771-8DA6-B6FCDD00BB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59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46460" rtl="0" eaLnBrk="1" latinLnBrk="0" hangingPunct="1">
        <a:lnSpc>
          <a:spcPct val="90000"/>
        </a:lnSpc>
        <a:spcBef>
          <a:spcPct val="0"/>
        </a:spcBef>
        <a:buNone/>
        <a:defRPr sz="40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615" indent="-211615" algn="l" defTabSz="846460" rtl="0" eaLnBrk="1" latinLnBrk="0" hangingPunct="1">
        <a:lnSpc>
          <a:spcPct val="90000"/>
        </a:lnSpc>
        <a:spcBef>
          <a:spcPts val="926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1pPr>
      <a:lvl2pPr marL="634845" indent="-211615" algn="l" defTabSz="84646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2222" kern="1200">
          <a:solidFill>
            <a:schemeClr val="tx1"/>
          </a:solidFill>
          <a:latin typeface="+mn-lt"/>
          <a:ea typeface="+mn-ea"/>
          <a:cs typeface="+mn-cs"/>
        </a:defRPr>
      </a:lvl2pPr>
      <a:lvl3pPr marL="1058075" indent="-211615" algn="l" defTabSz="84646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851" kern="1200">
          <a:solidFill>
            <a:schemeClr val="tx1"/>
          </a:solidFill>
          <a:latin typeface="+mn-lt"/>
          <a:ea typeface="+mn-ea"/>
          <a:cs typeface="+mn-cs"/>
        </a:defRPr>
      </a:lvl3pPr>
      <a:lvl4pPr marL="1481305" indent="-211615" algn="l" defTabSz="84646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4pPr>
      <a:lvl5pPr marL="1904535" indent="-211615" algn="l" defTabSz="84646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5pPr>
      <a:lvl6pPr marL="2327765" indent="-211615" algn="l" defTabSz="84646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6pPr>
      <a:lvl7pPr marL="2750995" indent="-211615" algn="l" defTabSz="84646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7pPr>
      <a:lvl8pPr marL="3174225" indent="-211615" algn="l" defTabSz="84646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8pPr>
      <a:lvl9pPr marL="3597455" indent="-211615" algn="l" defTabSz="846460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6460" rtl="0" eaLnBrk="1" latinLnBrk="0" hangingPunct="1">
        <a:defRPr sz="1666" kern="1200">
          <a:solidFill>
            <a:schemeClr val="tx1"/>
          </a:solidFill>
          <a:latin typeface="+mn-lt"/>
          <a:ea typeface="+mn-ea"/>
          <a:cs typeface="+mn-cs"/>
        </a:defRPr>
      </a:lvl1pPr>
      <a:lvl2pPr marL="423230" algn="l" defTabSz="846460" rtl="0" eaLnBrk="1" latinLnBrk="0" hangingPunct="1">
        <a:defRPr sz="1666" kern="1200">
          <a:solidFill>
            <a:schemeClr val="tx1"/>
          </a:solidFill>
          <a:latin typeface="+mn-lt"/>
          <a:ea typeface="+mn-ea"/>
          <a:cs typeface="+mn-cs"/>
        </a:defRPr>
      </a:lvl2pPr>
      <a:lvl3pPr marL="846460" algn="l" defTabSz="846460" rtl="0" eaLnBrk="1" latinLnBrk="0" hangingPunct="1">
        <a:defRPr sz="1666" kern="1200">
          <a:solidFill>
            <a:schemeClr val="tx1"/>
          </a:solidFill>
          <a:latin typeface="+mn-lt"/>
          <a:ea typeface="+mn-ea"/>
          <a:cs typeface="+mn-cs"/>
        </a:defRPr>
      </a:lvl3pPr>
      <a:lvl4pPr marL="1269690" algn="l" defTabSz="846460" rtl="0" eaLnBrk="1" latinLnBrk="0" hangingPunct="1">
        <a:defRPr sz="1666" kern="1200">
          <a:solidFill>
            <a:schemeClr val="tx1"/>
          </a:solidFill>
          <a:latin typeface="+mn-lt"/>
          <a:ea typeface="+mn-ea"/>
          <a:cs typeface="+mn-cs"/>
        </a:defRPr>
      </a:lvl4pPr>
      <a:lvl5pPr marL="1692920" algn="l" defTabSz="846460" rtl="0" eaLnBrk="1" latinLnBrk="0" hangingPunct="1">
        <a:defRPr sz="1666" kern="1200">
          <a:solidFill>
            <a:schemeClr val="tx1"/>
          </a:solidFill>
          <a:latin typeface="+mn-lt"/>
          <a:ea typeface="+mn-ea"/>
          <a:cs typeface="+mn-cs"/>
        </a:defRPr>
      </a:lvl5pPr>
      <a:lvl6pPr marL="2116150" algn="l" defTabSz="846460" rtl="0" eaLnBrk="1" latinLnBrk="0" hangingPunct="1">
        <a:defRPr sz="1666" kern="1200">
          <a:solidFill>
            <a:schemeClr val="tx1"/>
          </a:solidFill>
          <a:latin typeface="+mn-lt"/>
          <a:ea typeface="+mn-ea"/>
          <a:cs typeface="+mn-cs"/>
        </a:defRPr>
      </a:lvl6pPr>
      <a:lvl7pPr marL="2539380" algn="l" defTabSz="846460" rtl="0" eaLnBrk="1" latinLnBrk="0" hangingPunct="1">
        <a:defRPr sz="1666" kern="1200">
          <a:solidFill>
            <a:schemeClr val="tx1"/>
          </a:solidFill>
          <a:latin typeface="+mn-lt"/>
          <a:ea typeface="+mn-ea"/>
          <a:cs typeface="+mn-cs"/>
        </a:defRPr>
      </a:lvl7pPr>
      <a:lvl8pPr marL="2962610" algn="l" defTabSz="846460" rtl="0" eaLnBrk="1" latinLnBrk="0" hangingPunct="1">
        <a:defRPr sz="1666" kern="1200">
          <a:solidFill>
            <a:schemeClr val="tx1"/>
          </a:solidFill>
          <a:latin typeface="+mn-lt"/>
          <a:ea typeface="+mn-ea"/>
          <a:cs typeface="+mn-cs"/>
        </a:defRPr>
      </a:lvl8pPr>
      <a:lvl9pPr marL="3385840" algn="l" defTabSz="846460" rtl="0" eaLnBrk="1" latinLnBrk="0" hangingPunct="1">
        <a:defRPr sz="1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30300" y="-596900"/>
            <a:ext cx="16090900" cy="9156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381" y="0"/>
            <a:ext cx="7757319" cy="686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75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4800" y="0"/>
            <a:ext cx="14016996" cy="684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75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400" y="88900"/>
            <a:ext cx="6794500" cy="662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393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0</Words>
  <Application>Microsoft Office PowerPoint</Application>
  <PresentationFormat>Personnalisé</PresentationFormat>
  <Paragraphs>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>Centrale nantes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admin-user</dc:creator>
  <cp:lastModifiedBy>admin-user</cp:lastModifiedBy>
  <cp:revision>2</cp:revision>
  <dcterms:created xsi:type="dcterms:W3CDTF">2025-06-17T13:54:00Z</dcterms:created>
  <dcterms:modified xsi:type="dcterms:W3CDTF">2025-06-17T14:33:57Z</dcterms:modified>
</cp:coreProperties>
</file>